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42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28/06/2026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72105895"/>
              </p:ext>
            </p:extLst>
          </p:nvPr>
        </p:nvGraphicFramePr>
        <p:xfrm>
          <a:off x="498835" y="2118339"/>
          <a:ext cx="11232490" cy="1592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Paris Cuellar </a:t>
                      </a:r>
                      <a:r>
                        <a:rPr lang="es-PE" sz="1600" dirty="0" err="1"/>
                        <a:t>Peschiera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66087"/>
              </p:ext>
            </p:extLst>
          </p:nvPr>
        </p:nvGraphicFramePr>
        <p:xfrm>
          <a:off x="498835" y="134997"/>
          <a:ext cx="11232490" cy="19394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53965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8378525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NRC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25675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Natacion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Artistica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365075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https://demo.unitemplates.com/sombra/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76425">
                <a:tc>
                  <a:txBody>
                    <a:bodyPr/>
                    <a:lstStyle/>
                    <a:p>
                      <a:r>
                        <a:rPr lang="es-ES" dirty="0"/>
                        <a:t>URL de hosting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PA.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s-MX" sz="1800" dirty="0">
                <a:solidFill>
                  <a:schemeClr val="tx2"/>
                </a:solidFill>
              </a:rPr>
              <a:t>El la parte de responsive:</a:t>
            </a:r>
            <a:br>
              <a:rPr lang="es-MX" sz="1800" dirty="0">
                <a:solidFill>
                  <a:schemeClr val="tx2"/>
                </a:solidFill>
              </a:rPr>
            </a:br>
            <a:r>
              <a:rPr lang="es-MX" sz="1800" dirty="0">
                <a:solidFill>
                  <a:schemeClr val="tx2"/>
                </a:solidFill>
              </a:rPr>
              <a:t>solo tengo un pequeño inconveniente, en mi código (CSS) lo configure para que el ancho máximo se adecue con cada dispositivo (</a:t>
            </a:r>
            <a:r>
              <a:rPr lang="es-MX" sz="1800" dirty="0" err="1">
                <a:solidFill>
                  <a:schemeClr val="tx2"/>
                </a:solidFill>
              </a:rPr>
              <a:t>Movil</a:t>
            </a:r>
            <a:r>
              <a:rPr lang="es-MX" sz="1800" dirty="0">
                <a:solidFill>
                  <a:schemeClr val="tx2"/>
                </a:solidFill>
              </a:rPr>
              <a:t> Pequeño, </a:t>
            </a:r>
            <a:r>
              <a:rPr lang="es-MX" sz="1800" dirty="0" err="1">
                <a:solidFill>
                  <a:schemeClr val="tx2"/>
                </a:solidFill>
              </a:rPr>
              <a:t>Movil</a:t>
            </a:r>
            <a:r>
              <a:rPr lang="es-MX" sz="1800" dirty="0">
                <a:solidFill>
                  <a:schemeClr val="tx2"/>
                </a:solidFill>
              </a:rPr>
              <a:t> regular, Tablet y laptop)</a:t>
            </a:r>
            <a:br>
              <a:rPr lang="es-MX" sz="1800" dirty="0">
                <a:solidFill>
                  <a:schemeClr val="tx2"/>
                </a:solidFill>
              </a:rPr>
            </a:br>
            <a:r>
              <a:rPr lang="es-MX" sz="1800" dirty="0" err="1">
                <a:solidFill>
                  <a:schemeClr val="tx2"/>
                </a:solidFill>
              </a:rPr>
              <a:t>Unicamente</a:t>
            </a:r>
            <a:r>
              <a:rPr lang="es-MX" sz="1800" dirty="0">
                <a:solidFill>
                  <a:schemeClr val="tx2"/>
                </a:solidFill>
              </a:rPr>
              <a:t> en el ancho de Tablet que es de 992px tengo un inconveniente</a:t>
            </a:r>
            <a:br>
              <a:rPr lang="es-MX" sz="1800" dirty="0">
                <a:solidFill>
                  <a:schemeClr val="tx2"/>
                </a:solidFill>
              </a:rPr>
            </a:br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176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PA.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Usuario</cp:lastModifiedBy>
  <cp:revision>23</cp:revision>
  <dcterms:created xsi:type="dcterms:W3CDTF">2022-09-09T21:19:54Z</dcterms:created>
  <dcterms:modified xsi:type="dcterms:W3CDTF">2026-06-28T18:47:26Z</dcterms:modified>
</cp:coreProperties>
</file>